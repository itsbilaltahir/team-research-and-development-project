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3249">
          <p15:clr>
            <a:srgbClr val="A4A3A4"/>
          </p15:clr>
        </p15:guide>
        <p15:guide id="4" pos="7068">
          <p15:clr>
            <a:srgbClr val="A4A3A4"/>
          </p15:clr>
        </p15:guide>
        <p15:guide id="5" orient="horz" pos="13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3249" orient="horz"/>
        <p:guide pos="7068"/>
        <p:guide pos="138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" type="title">
  <p:cSld name="TITLE">
    <p:bg>
      <p:bgPr>
        <a:solidFill>
          <a:schemeClr val="accen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ctrTitle"/>
          </p:nvPr>
        </p:nvSpPr>
        <p:spPr>
          <a:xfrm>
            <a:off x="953999" y="2579715"/>
            <a:ext cx="10031157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Arial"/>
              <a:buNone/>
              <a:defRPr b="1" sz="7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954000" y="1890000"/>
            <a:ext cx="10031156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1pPr>
            <a:lvl2pPr lvl="1" algn="ctr">
              <a:lnSpc>
                <a:spcPct val="144000"/>
              </a:lnSpc>
              <a:spcBef>
                <a:spcPts val="992"/>
              </a:spcBef>
              <a:spcAft>
                <a:spcPts val="0"/>
              </a:spcAft>
              <a:buClr>
                <a:srgbClr val="203232"/>
              </a:buClr>
              <a:buSzPts val="2000"/>
              <a:buNone/>
              <a:defRPr sz="2000"/>
            </a:lvl2pPr>
            <a:lvl3pPr lvl="2" algn="ctr">
              <a:lnSpc>
                <a:spcPct val="160000"/>
              </a:lnSpc>
              <a:spcBef>
                <a:spcPts val="992"/>
              </a:spcBef>
              <a:spcAft>
                <a:spcPts val="0"/>
              </a:spcAft>
              <a:buClr>
                <a:srgbClr val="203232"/>
              </a:buClr>
              <a:buSzPts val="1800"/>
              <a:buNone/>
              <a:defRPr sz="1800"/>
            </a:lvl3pPr>
            <a:lvl4pPr lvl="3" algn="ctr">
              <a:lnSpc>
                <a:spcPct val="135000"/>
              </a:lnSpc>
              <a:spcBef>
                <a:spcPts val="992"/>
              </a:spcBef>
              <a:spcAft>
                <a:spcPts val="0"/>
              </a:spcAft>
              <a:buClr>
                <a:srgbClr val="203232"/>
              </a:buClr>
              <a:buSzPts val="1600"/>
              <a:buNone/>
              <a:defRPr sz="1600"/>
            </a:lvl4pPr>
            <a:lvl5pPr lvl="4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0323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965289" y="779733"/>
            <a:ext cx="7176911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10616400" y="779733"/>
            <a:ext cx="62280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1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1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1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1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1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1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1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1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picture containing drawing&#10;&#10;Description automatically generated" id="19" name="Google Shape;19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54000" y="5511600"/>
            <a:ext cx="2242800" cy="3979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">
  <p:cSld name="Title page">
    <p:bg>
      <p:bgPr>
        <a:solidFill>
          <a:schemeClr val="l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954000" y="1890000"/>
            <a:ext cx="72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b="1" sz="3600">
                <a:solidFill>
                  <a:schemeClr val="dk2"/>
                </a:solidFill>
              </a:defRPr>
            </a:lvl1pPr>
            <a:lvl2pPr lvl="1" algn="ctr">
              <a:lnSpc>
                <a:spcPct val="144000"/>
              </a:lnSpc>
              <a:spcBef>
                <a:spcPts val="992"/>
              </a:spcBef>
              <a:spcAft>
                <a:spcPts val="0"/>
              </a:spcAft>
              <a:buClr>
                <a:srgbClr val="203232"/>
              </a:buClr>
              <a:buSzPts val="2000"/>
              <a:buNone/>
              <a:defRPr sz="2000"/>
            </a:lvl2pPr>
            <a:lvl3pPr lvl="2" algn="ctr">
              <a:lnSpc>
                <a:spcPct val="160000"/>
              </a:lnSpc>
              <a:spcBef>
                <a:spcPts val="992"/>
              </a:spcBef>
              <a:spcAft>
                <a:spcPts val="0"/>
              </a:spcAft>
              <a:buClr>
                <a:srgbClr val="203232"/>
              </a:buClr>
              <a:buSzPts val="1800"/>
              <a:buNone/>
              <a:defRPr sz="1800"/>
            </a:lvl3pPr>
            <a:lvl4pPr lvl="3" algn="ctr">
              <a:lnSpc>
                <a:spcPct val="135000"/>
              </a:lnSpc>
              <a:spcBef>
                <a:spcPts val="992"/>
              </a:spcBef>
              <a:spcAft>
                <a:spcPts val="0"/>
              </a:spcAft>
              <a:buClr>
                <a:srgbClr val="203232"/>
              </a:buClr>
              <a:buSzPts val="1600"/>
              <a:buNone/>
              <a:defRPr sz="1600"/>
            </a:lvl4pPr>
            <a:lvl5pPr lvl="4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0323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3"/>
          <p:cNvSpPr txBox="1"/>
          <p:nvPr>
            <p:ph idx="11" type="ftr"/>
          </p:nvPr>
        </p:nvSpPr>
        <p:spPr>
          <a:xfrm>
            <a:off x="965289" y="791022"/>
            <a:ext cx="7176911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F989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10616400" y="791022"/>
            <a:ext cx="62280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500" u="none" cap="none" strike="noStrike">
                <a:solidFill>
                  <a:srgbClr val="8F989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1" i="0" sz="1500" u="none" cap="none" strike="noStrike">
                <a:solidFill>
                  <a:srgbClr val="8F989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1" i="0" sz="1500" u="none" cap="none" strike="noStrike">
                <a:solidFill>
                  <a:srgbClr val="8F989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1" i="0" sz="1500" u="none" cap="none" strike="noStrike">
                <a:solidFill>
                  <a:srgbClr val="8F989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1" i="0" sz="1500" u="none" cap="none" strike="noStrike">
                <a:solidFill>
                  <a:srgbClr val="8F989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1" i="0" sz="1500" u="none" cap="none" strike="noStrike">
                <a:solidFill>
                  <a:srgbClr val="8F989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1" i="0" sz="1500" u="none" cap="none" strike="noStrike">
                <a:solidFill>
                  <a:srgbClr val="8F989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1" i="0" sz="1500" u="none" cap="none" strike="noStrike">
                <a:solidFill>
                  <a:srgbClr val="8F989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1" i="0" sz="1500" u="none" cap="none" strike="noStrike">
                <a:solidFill>
                  <a:srgbClr val="8F989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p3"/>
          <p:cNvSpPr txBox="1"/>
          <p:nvPr>
            <p:ph type="ctrTitle"/>
          </p:nvPr>
        </p:nvSpPr>
        <p:spPr>
          <a:xfrm>
            <a:off x="953999" y="2579715"/>
            <a:ext cx="10031157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0"/>
              <a:buFont typeface="Arial"/>
              <a:buNone/>
              <a:defRPr b="1" sz="7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/>
          <p:nvPr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53998" y="5517266"/>
            <a:ext cx="2244881" cy="3969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ov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iversity of Hertfordshire logo" id="28" name="Google Shape;2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44000" y="2854800"/>
            <a:ext cx="6501600" cy="11536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ntent" type="twoObj">
  <p:cSld name="TWO_OBJECTS"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954000" y="1890000"/>
            <a:ext cx="102791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0323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973668" y="2717444"/>
            <a:ext cx="4903200" cy="31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3232"/>
              </a:buClr>
              <a:buSzPts val="2400"/>
              <a:buNone/>
              <a:defRPr b="0">
                <a:solidFill>
                  <a:srgbClr val="203232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992"/>
              </a:spcBef>
              <a:spcAft>
                <a:spcPts val="0"/>
              </a:spcAft>
              <a:buClr>
                <a:srgbClr val="203232"/>
              </a:buClr>
              <a:buSzPts val="2400"/>
              <a:buNone/>
              <a:defRPr/>
            </a:lvl2pPr>
            <a:lvl3pPr indent="-381000" lvl="2" marL="1371600" algn="l">
              <a:lnSpc>
                <a:spcPct val="120000"/>
              </a:lnSpc>
              <a:spcBef>
                <a:spcPts val="992"/>
              </a:spcBef>
              <a:spcAft>
                <a:spcPts val="0"/>
              </a:spcAft>
              <a:buClr>
                <a:srgbClr val="203232"/>
              </a:buClr>
              <a:buSzPts val="2400"/>
              <a:buChar char="■"/>
              <a:defRPr/>
            </a:lvl3pPr>
            <a:lvl4pPr indent="-228600" lvl="3" marL="1828800" algn="l">
              <a:lnSpc>
                <a:spcPct val="120000"/>
              </a:lnSpc>
              <a:spcBef>
                <a:spcPts val="992"/>
              </a:spcBef>
              <a:spcAft>
                <a:spcPts val="0"/>
              </a:spcAft>
              <a:buClr>
                <a:srgbClr val="203232"/>
              </a:buClr>
              <a:buSzPts val="180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>
                <a:solidFill>
                  <a:schemeClr val="accent4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336000" y="2717444"/>
            <a:ext cx="4456800" cy="31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3232"/>
              </a:buClr>
              <a:buSzPts val="2400"/>
              <a:buFont typeface="Arial"/>
              <a:buNone/>
              <a:defRPr b="0">
                <a:solidFill>
                  <a:srgbClr val="203232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992"/>
              </a:spcBef>
              <a:spcAft>
                <a:spcPts val="0"/>
              </a:spcAft>
              <a:buClr>
                <a:srgbClr val="203232"/>
              </a:buClr>
              <a:buSzPts val="2400"/>
              <a:buNone/>
              <a:defRPr/>
            </a:lvl2pPr>
            <a:lvl3pPr indent="-381000" lvl="2" marL="1371600" algn="l">
              <a:lnSpc>
                <a:spcPct val="120000"/>
              </a:lnSpc>
              <a:spcBef>
                <a:spcPts val="992"/>
              </a:spcBef>
              <a:spcAft>
                <a:spcPts val="0"/>
              </a:spcAft>
              <a:buClr>
                <a:srgbClr val="203232"/>
              </a:buClr>
              <a:buSzPts val="2400"/>
              <a:buChar char="■"/>
              <a:defRPr/>
            </a:lvl3pPr>
            <a:lvl4pPr indent="-228600" lvl="3" marL="1828800" algn="l">
              <a:lnSpc>
                <a:spcPct val="120000"/>
              </a:lnSpc>
              <a:spcBef>
                <a:spcPts val="992"/>
              </a:spcBef>
              <a:spcAft>
                <a:spcPts val="0"/>
              </a:spcAft>
              <a:buClr>
                <a:srgbClr val="203232"/>
              </a:buClr>
              <a:buSzPts val="180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>
                <a:solidFill>
                  <a:schemeClr val="accent4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970139" y="775255"/>
            <a:ext cx="7176911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9821333" y="783355"/>
            <a:ext cx="1400528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" name="Google Shape;35;p5"/>
          <p:cNvSpPr/>
          <p:nvPr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6805">
          <p15:clr>
            <a:srgbClr val="FBAE40"/>
          </p15:clr>
        </p15:guide>
        <p15:guide id="2" pos="3989">
          <p15:clr>
            <a:srgbClr val="FBAE40"/>
          </p15:clr>
        </p15:guide>
        <p15:guide id="3" pos="3705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solidFill>
          <a:schemeClr val="lt1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954000" y="1890000"/>
            <a:ext cx="102791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0323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970139" y="2717600"/>
            <a:ext cx="10251722" cy="31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3232"/>
              </a:buClr>
              <a:buSzPts val="2400"/>
              <a:buNone/>
              <a:defRPr b="0">
                <a:solidFill>
                  <a:srgbClr val="203232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992"/>
              </a:spcBef>
              <a:spcAft>
                <a:spcPts val="0"/>
              </a:spcAft>
              <a:buClr>
                <a:srgbClr val="203232"/>
              </a:buClr>
              <a:buSzPts val="2400"/>
              <a:buNone/>
              <a:defRPr/>
            </a:lvl2pPr>
            <a:lvl3pPr indent="-381000" lvl="2" marL="1371600" algn="l">
              <a:lnSpc>
                <a:spcPct val="120000"/>
              </a:lnSpc>
              <a:spcBef>
                <a:spcPts val="992"/>
              </a:spcBef>
              <a:spcAft>
                <a:spcPts val="0"/>
              </a:spcAft>
              <a:buClr>
                <a:srgbClr val="203232"/>
              </a:buClr>
              <a:buSzPts val="2400"/>
              <a:buChar char="■"/>
              <a:defRPr/>
            </a:lvl3pPr>
            <a:lvl4pPr indent="-228600" lvl="3" marL="1828800" algn="l">
              <a:lnSpc>
                <a:spcPct val="120000"/>
              </a:lnSpc>
              <a:spcBef>
                <a:spcPts val="992"/>
              </a:spcBef>
              <a:spcAft>
                <a:spcPts val="0"/>
              </a:spcAft>
              <a:buClr>
                <a:srgbClr val="203232"/>
              </a:buClr>
              <a:buSzPts val="180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>
                <a:solidFill>
                  <a:schemeClr val="accent4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970139" y="775255"/>
            <a:ext cx="7176911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9821333" y="783355"/>
            <a:ext cx="1400528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" name="Google Shape;41;p6"/>
          <p:cNvSpPr/>
          <p:nvPr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Large">
  <p:cSld name="Title and Content Large">
    <p:bg>
      <p:bgPr>
        <a:solidFill>
          <a:schemeClr val="lt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954000" y="775255"/>
            <a:ext cx="7361569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0323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970139" y="1367692"/>
            <a:ext cx="10251722" cy="49236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3232"/>
              </a:buClr>
              <a:buSzPts val="2400"/>
              <a:buNone/>
              <a:defRPr b="0">
                <a:solidFill>
                  <a:srgbClr val="203232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992"/>
              </a:spcBef>
              <a:spcAft>
                <a:spcPts val="0"/>
              </a:spcAft>
              <a:buClr>
                <a:srgbClr val="203232"/>
              </a:buClr>
              <a:buSzPts val="2400"/>
              <a:buNone/>
              <a:defRPr/>
            </a:lvl2pPr>
            <a:lvl3pPr indent="-381000" lvl="2" marL="1371600" algn="l">
              <a:lnSpc>
                <a:spcPct val="120000"/>
              </a:lnSpc>
              <a:spcBef>
                <a:spcPts val="992"/>
              </a:spcBef>
              <a:spcAft>
                <a:spcPts val="0"/>
              </a:spcAft>
              <a:buClr>
                <a:srgbClr val="203232"/>
              </a:buClr>
              <a:buSzPts val="2400"/>
              <a:buChar char="■"/>
              <a:defRPr/>
            </a:lvl3pPr>
            <a:lvl4pPr indent="-228600" lvl="3" marL="1828800" algn="l">
              <a:lnSpc>
                <a:spcPct val="120000"/>
              </a:lnSpc>
              <a:spcBef>
                <a:spcPts val="992"/>
              </a:spcBef>
              <a:spcAft>
                <a:spcPts val="0"/>
              </a:spcAft>
              <a:buClr>
                <a:srgbClr val="203232"/>
              </a:buClr>
              <a:buSzPts val="180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>
                <a:solidFill>
                  <a:schemeClr val="accent4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9821333" y="783355"/>
            <a:ext cx="1400528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" name="Google Shape;46;p7"/>
          <p:cNvSpPr/>
          <p:nvPr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Large blue">
  <p:cSld name="Title and Content Large blue">
    <p:bg>
      <p:bgPr>
        <a:solidFill>
          <a:schemeClr val="accen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9821333" y="783355"/>
            <a:ext cx="1400528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 b="1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1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1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1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1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1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1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1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1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" name="Google Shape;49;p8"/>
          <p:cNvSpPr txBox="1"/>
          <p:nvPr>
            <p:ph idx="1" type="body"/>
          </p:nvPr>
        </p:nvSpPr>
        <p:spPr>
          <a:xfrm>
            <a:off x="970139" y="1367692"/>
            <a:ext cx="10251722" cy="49236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992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2pPr>
            <a:lvl3pPr indent="-381000" lvl="2" marL="1371600" algn="l">
              <a:lnSpc>
                <a:spcPct val="120000"/>
              </a:lnSpc>
              <a:spcBef>
                <a:spcPts val="992"/>
              </a:spcBef>
              <a:spcAft>
                <a:spcPts val="0"/>
              </a:spcAft>
              <a:buClr>
                <a:schemeClr val="lt1"/>
              </a:buClr>
              <a:buSzPts val="2400"/>
              <a:buChar char="■"/>
              <a:defRPr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992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8"/>
          <p:cNvSpPr txBox="1"/>
          <p:nvPr>
            <p:ph type="title"/>
          </p:nvPr>
        </p:nvSpPr>
        <p:spPr>
          <a:xfrm>
            <a:off x="954000" y="775255"/>
            <a:ext cx="7361569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Image + Content">
  <p:cSld name="Title + Image + Conten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 txBox="1"/>
          <p:nvPr>
            <p:ph type="title"/>
          </p:nvPr>
        </p:nvSpPr>
        <p:spPr>
          <a:xfrm>
            <a:off x="954000" y="1890000"/>
            <a:ext cx="102791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0323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" type="body"/>
          </p:nvPr>
        </p:nvSpPr>
        <p:spPr>
          <a:xfrm>
            <a:off x="7835952" y="2728800"/>
            <a:ext cx="2959200" cy="31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3232"/>
              </a:buClr>
              <a:buSzPts val="2400"/>
              <a:buNone/>
              <a:defRPr b="0">
                <a:solidFill>
                  <a:srgbClr val="203232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992"/>
              </a:spcBef>
              <a:spcAft>
                <a:spcPts val="0"/>
              </a:spcAft>
              <a:buClr>
                <a:srgbClr val="203232"/>
              </a:buClr>
              <a:buSzPts val="2400"/>
              <a:buNone/>
              <a:defRPr/>
            </a:lvl2pPr>
            <a:lvl3pPr indent="-381000" lvl="2" marL="1371600" algn="l">
              <a:lnSpc>
                <a:spcPct val="120000"/>
              </a:lnSpc>
              <a:spcBef>
                <a:spcPts val="992"/>
              </a:spcBef>
              <a:spcAft>
                <a:spcPts val="0"/>
              </a:spcAft>
              <a:buClr>
                <a:srgbClr val="203232"/>
              </a:buClr>
              <a:buSzPts val="2400"/>
              <a:buChar char="■"/>
              <a:defRPr/>
            </a:lvl3pPr>
            <a:lvl4pPr indent="-228600" lvl="3" marL="1828800" algn="l">
              <a:lnSpc>
                <a:spcPct val="120000"/>
              </a:lnSpc>
              <a:spcBef>
                <a:spcPts val="992"/>
              </a:spcBef>
              <a:spcAft>
                <a:spcPts val="0"/>
              </a:spcAft>
              <a:buClr>
                <a:srgbClr val="203232"/>
              </a:buClr>
              <a:buSzPts val="180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>
                <a:solidFill>
                  <a:schemeClr val="accent4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1" type="ftr"/>
          </p:nvPr>
        </p:nvSpPr>
        <p:spPr>
          <a:xfrm>
            <a:off x="970139" y="775255"/>
            <a:ext cx="7176911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9"/>
          <p:cNvSpPr txBox="1"/>
          <p:nvPr>
            <p:ph idx="12" type="sldNum"/>
          </p:nvPr>
        </p:nvSpPr>
        <p:spPr>
          <a:xfrm>
            <a:off x="9821333" y="783355"/>
            <a:ext cx="1400528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9"/>
          <p:cNvSpPr/>
          <p:nvPr>
            <p:ph idx="2" type="pic"/>
          </p:nvPr>
        </p:nvSpPr>
        <p:spPr>
          <a:xfrm>
            <a:off x="954088" y="2728913"/>
            <a:ext cx="6400800" cy="4129087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9"/>
          <p:cNvSpPr/>
          <p:nvPr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Content + 2 Images">
  <p:cSld name="Title + Content + 2 Images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954000" y="1890000"/>
            <a:ext cx="102791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0323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1" type="ftr"/>
          </p:nvPr>
        </p:nvSpPr>
        <p:spPr>
          <a:xfrm>
            <a:off x="970139" y="775255"/>
            <a:ext cx="7176911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0"/>
          <p:cNvSpPr txBox="1"/>
          <p:nvPr>
            <p:ph idx="12" type="sldNum"/>
          </p:nvPr>
        </p:nvSpPr>
        <p:spPr>
          <a:xfrm>
            <a:off x="9821333" y="783355"/>
            <a:ext cx="1400528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" name="Google Shape;62;p10"/>
          <p:cNvSpPr/>
          <p:nvPr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0"/>
          <p:cNvSpPr txBox="1"/>
          <p:nvPr>
            <p:ph idx="1" type="body"/>
          </p:nvPr>
        </p:nvSpPr>
        <p:spPr>
          <a:xfrm>
            <a:off x="953999" y="2728800"/>
            <a:ext cx="2959199" cy="31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3232"/>
              </a:buClr>
              <a:buSzPts val="2400"/>
              <a:buNone/>
              <a:defRPr b="0">
                <a:solidFill>
                  <a:srgbClr val="203232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992"/>
              </a:spcBef>
              <a:spcAft>
                <a:spcPts val="0"/>
              </a:spcAft>
              <a:buClr>
                <a:srgbClr val="203232"/>
              </a:buClr>
              <a:buSzPts val="2400"/>
              <a:buNone/>
              <a:defRPr/>
            </a:lvl2pPr>
            <a:lvl3pPr indent="-381000" lvl="2" marL="1371600" algn="l">
              <a:lnSpc>
                <a:spcPct val="120000"/>
              </a:lnSpc>
              <a:spcBef>
                <a:spcPts val="992"/>
              </a:spcBef>
              <a:spcAft>
                <a:spcPts val="0"/>
              </a:spcAft>
              <a:buClr>
                <a:srgbClr val="203232"/>
              </a:buClr>
              <a:buSzPts val="2400"/>
              <a:buChar char="■"/>
              <a:defRPr/>
            </a:lvl3pPr>
            <a:lvl4pPr indent="-228600" lvl="3" marL="1828800" algn="l">
              <a:lnSpc>
                <a:spcPct val="120000"/>
              </a:lnSpc>
              <a:spcBef>
                <a:spcPts val="992"/>
              </a:spcBef>
              <a:spcAft>
                <a:spcPts val="0"/>
              </a:spcAft>
              <a:buClr>
                <a:srgbClr val="203232"/>
              </a:buClr>
              <a:buSzPts val="180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>
                <a:solidFill>
                  <a:schemeClr val="accent4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2" type="body"/>
          </p:nvPr>
        </p:nvSpPr>
        <p:spPr>
          <a:xfrm>
            <a:off x="8278804" y="2728800"/>
            <a:ext cx="2959199" cy="31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3232"/>
              </a:buClr>
              <a:buSzPts val="2400"/>
              <a:buNone/>
              <a:defRPr b="0">
                <a:solidFill>
                  <a:srgbClr val="203232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992"/>
              </a:spcBef>
              <a:spcAft>
                <a:spcPts val="0"/>
              </a:spcAft>
              <a:buClr>
                <a:srgbClr val="203232"/>
              </a:buClr>
              <a:buSzPts val="2400"/>
              <a:buNone/>
              <a:defRPr/>
            </a:lvl2pPr>
            <a:lvl3pPr indent="-381000" lvl="2" marL="1371600" algn="l">
              <a:lnSpc>
                <a:spcPct val="120000"/>
              </a:lnSpc>
              <a:spcBef>
                <a:spcPts val="992"/>
              </a:spcBef>
              <a:spcAft>
                <a:spcPts val="0"/>
              </a:spcAft>
              <a:buClr>
                <a:srgbClr val="203232"/>
              </a:buClr>
              <a:buSzPts val="2400"/>
              <a:buChar char="■"/>
              <a:defRPr/>
            </a:lvl3pPr>
            <a:lvl4pPr indent="-228600" lvl="3" marL="1828800" algn="l">
              <a:lnSpc>
                <a:spcPct val="120000"/>
              </a:lnSpc>
              <a:spcBef>
                <a:spcPts val="992"/>
              </a:spcBef>
              <a:spcAft>
                <a:spcPts val="0"/>
              </a:spcAft>
              <a:buClr>
                <a:srgbClr val="203232"/>
              </a:buClr>
              <a:buSzPts val="180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>
                <a:solidFill>
                  <a:schemeClr val="accent4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3" type="body"/>
          </p:nvPr>
        </p:nvSpPr>
        <p:spPr>
          <a:xfrm>
            <a:off x="4613975" y="2728800"/>
            <a:ext cx="2959199" cy="31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3232"/>
              </a:buClr>
              <a:buSzPts val="2400"/>
              <a:buNone/>
              <a:defRPr b="0">
                <a:solidFill>
                  <a:srgbClr val="203232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992"/>
              </a:spcBef>
              <a:spcAft>
                <a:spcPts val="0"/>
              </a:spcAft>
              <a:buClr>
                <a:srgbClr val="203232"/>
              </a:buClr>
              <a:buSzPts val="2400"/>
              <a:buNone/>
              <a:defRPr/>
            </a:lvl2pPr>
            <a:lvl3pPr indent="-381000" lvl="2" marL="1371600" algn="l">
              <a:lnSpc>
                <a:spcPct val="120000"/>
              </a:lnSpc>
              <a:spcBef>
                <a:spcPts val="992"/>
              </a:spcBef>
              <a:spcAft>
                <a:spcPts val="0"/>
              </a:spcAft>
              <a:buClr>
                <a:srgbClr val="203232"/>
              </a:buClr>
              <a:buSzPts val="2400"/>
              <a:buChar char="■"/>
              <a:defRPr/>
            </a:lvl3pPr>
            <a:lvl4pPr indent="-228600" lvl="3" marL="1828800" algn="l">
              <a:lnSpc>
                <a:spcPct val="120000"/>
              </a:lnSpc>
              <a:spcBef>
                <a:spcPts val="992"/>
              </a:spcBef>
              <a:spcAft>
                <a:spcPts val="0"/>
              </a:spcAft>
              <a:buClr>
                <a:srgbClr val="203232"/>
              </a:buClr>
              <a:buSzPts val="180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>
                <a:solidFill>
                  <a:schemeClr val="accent4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Bleed Image">
  <p:cSld name="Full Bleed Image">
    <p:bg>
      <p:bgPr>
        <a:solidFill>
          <a:schemeClr val="accen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Video">
  <p:cSld name="1_Video">
    <p:bg>
      <p:bgPr>
        <a:solidFill>
          <a:schemeClr val="accent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/>
          <p:nvPr>
            <p:ph idx="2" type="media"/>
          </p:nvPr>
        </p:nvSpPr>
        <p:spPr>
          <a:xfrm>
            <a:off x="140400" y="140400"/>
            <a:ext cx="11916000" cy="6580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3232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20323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20000"/>
              </a:lnSpc>
              <a:spcBef>
                <a:spcPts val="992"/>
              </a:spcBef>
              <a:spcAft>
                <a:spcPts val="0"/>
              </a:spcAft>
              <a:buClr>
                <a:srgbClr val="203232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20323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20000"/>
              </a:lnSpc>
              <a:spcBef>
                <a:spcPts val="992"/>
              </a:spcBef>
              <a:spcAft>
                <a:spcPts val="0"/>
              </a:spcAft>
              <a:buClr>
                <a:srgbClr val="203232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rgbClr val="20323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20000"/>
              </a:lnSpc>
              <a:spcBef>
                <a:spcPts val="992"/>
              </a:spcBef>
              <a:spcAft>
                <a:spcPts val="0"/>
              </a:spcAft>
              <a:buClr>
                <a:srgbClr val="203232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20323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3232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20323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cons and text" showMasterSp="0">
  <p:cSld name="Icons and text"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>
            <p:ph idx="11" type="ftr"/>
          </p:nvPr>
        </p:nvSpPr>
        <p:spPr>
          <a:xfrm>
            <a:off x="970139" y="775255"/>
            <a:ext cx="7176911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9821333" y="783355"/>
            <a:ext cx="1400528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13"/>
          <p:cNvSpPr/>
          <p:nvPr/>
        </p:nvSpPr>
        <p:spPr>
          <a:xfrm>
            <a:off x="0" y="0"/>
            <a:ext cx="12192000" cy="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3"/>
          <p:cNvSpPr txBox="1"/>
          <p:nvPr>
            <p:ph idx="1" type="body"/>
          </p:nvPr>
        </p:nvSpPr>
        <p:spPr>
          <a:xfrm>
            <a:off x="970139" y="4079342"/>
            <a:ext cx="3144661" cy="2252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3232"/>
              </a:buClr>
              <a:buSzPts val="2400"/>
              <a:buNone/>
              <a:defRPr b="0">
                <a:solidFill>
                  <a:srgbClr val="203232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992"/>
              </a:spcBef>
              <a:spcAft>
                <a:spcPts val="0"/>
              </a:spcAft>
              <a:buClr>
                <a:srgbClr val="203232"/>
              </a:buClr>
              <a:buSzPts val="2400"/>
              <a:buNone/>
              <a:defRPr/>
            </a:lvl2pPr>
            <a:lvl3pPr indent="-381000" lvl="2" marL="1371600" algn="l">
              <a:lnSpc>
                <a:spcPct val="120000"/>
              </a:lnSpc>
              <a:spcBef>
                <a:spcPts val="992"/>
              </a:spcBef>
              <a:spcAft>
                <a:spcPts val="0"/>
              </a:spcAft>
              <a:buClr>
                <a:srgbClr val="203232"/>
              </a:buClr>
              <a:buSzPts val="2400"/>
              <a:buChar char="■"/>
              <a:defRPr/>
            </a:lvl3pPr>
            <a:lvl4pPr indent="-228600" lvl="3" marL="1828800" algn="l">
              <a:lnSpc>
                <a:spcPct val="120000"/>
              </a:lnSpc>
              <a:spcBef>
                <a:spcPts val="992"/>
              </a:spcBef>
              <a:spcAft>
                <a:spcPts val="0"/>
              </a:spcAft>
              <a:buClr>
                <a:srgbClr val="203232"/>
              </a:buClr>
              <a:buSzPts val="180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>
                <a:solidFill>
                  <a:schemeClr val="accent4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2" type="body"/>
          </p:nvPr>
        </p:nvSpPr>
        <p:spPr>
          <a:xfrm>
            <a:off x="8077200" y="4062209"/>
            <a:ext cx="3144661" cy="2252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3232"/>
              </a:buClr>
              <a:buSzPts val="2400"/>
              <a:buFont typeface="Arial"/>
              <a:buNone/>
              <a:defRPr b="0">
                <a:solidFill>
                  <a:srgbClr val="203232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992"/>
              </a:spcBef>
              <a:spcAft>
                <a:spcPts val="0"/>
              </a:spcAft>
              <a:buClr>
                <a:srgbClr val="203232"/>
              </a:buClr>
              <a:buSzPts val="2400"/>
              <a:buNone/>
              <a:defRPr/>
            </a:lvl2pPr>
            <a:lvl3pPr indent="-381000" lvl="2" marL="1371600" algn="l">
              <a:lnSpc>
                <a:spcPct val="120000"/>
              </a:lnSpc>
              <a:spcBef>
                <a:spcPts val="992"/>
              </a:spcBef>
              <a:spcAft>
                <a:spcPts val="0"/>
              </a:spcAft>
              <a:buClr>
                <a:srgbClr val="203232"/>
              </a:buClr>
              <a:buSzPts val="2400"/>
              <a:buChar char="■"/>
              <a:defRPr/>
            </a:lvl3pPr>
            <a:lvl4pPr indent="-228600" lvl="3" marL="1828800" algn="l">
              <a:lnSpc>
                <a:spcPct val="120000"/>
              </a:lnSpc>
              <a:spcBef>
                <a:spcPts val="992"/>
              </a:spcBef>
              <a:spcAft>
                <a:spcPts val="0"/>
              </a:spcAft>
              <a:buClr>
                <a:srgbClr val="203232"/>
              </a:buClr>
              <a:buSzPts val="180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>
                <a:solidFill>
                  <a:schemeClr val="accent4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3" type="body"/>
          </p:nvPr>
        </p:nvSpPr>
        <p:spPr>
          <a:xfrm>
            <a:off x="4523669" y="4062209"/>
            <a:ext cx="3144661" cy="2252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3232"/>
              </a:buClr>
              <a:buSzPts val="2400"/>
              <a:buFont typeface="Arial"/>
              <a:buNone/>
              <a:defRPr b="0">
                <a:solidFill>
                  <a:srgbClr val="203232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992"/>
              </a:spcBef>
              <a:spcAft>
                <a:spcPts val="0"/>
              </a:spcAft>
              <a:buClr>
                <a:srgbClr val="203232"/>
              </a:buClr>
              <a:buSzPts val="2400"/>
              <a:buNone/>
              <a:defRPr/>
            </a:lvl2pPr>
            <a:lvl3pPr indent="-381000" lvl="2" marL="1371600" algn="l">
              <a:lnSpc>
                <a:spcPct val="120000"/>
              </a:lnSpc>
              <a:spcBef>
                <a:spcPts val="992"/>
              </a:spcBef>
              <a:spcAft>
                <a:spcPts val="0"/>
              </a:spcAft>
              <a:buClr>
                <a:srgbClr val="203232"/>
              </a:buClr>
              <a:buSzPts val="2400"/>
              <a:buChar char="■"/>
              <a:defRPr/>
            </a:lvl3pPr>
            <a:lvl4pPr indent="-228600" lvl="3" marL="1828800" algn="l">
              <a:lnSpc>
                <a:spcPct val="120000"/>
              </a:lnSpc>
              <a:spcBef>
                <a:spcPts val="992"/>
              </a:spcBef>
              <a:spcAft>
                <a:spcPts val="0"/>
              </a:spcAft>
              <a:buClr>
                <a:srgbClr val="203232"/>
              </a:buClr>
              <a:buSzPts val="180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>
                <a:solidFill>
                  <a:schemeClr val="accent4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/>
          <p:nvPr>
            <p:ph idx="4" type="pic"/>
          </p:nvPr>
        </p:nvSpPr>
        <p:spPr>
          <a:xfrm>
            <a:off x="1462175" y="1640942"/>
            <a:ext cx="2160587" cy="2160588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13"/>
          <p:cNvSpPr/>
          <p:nvPr>
            <p:ph idx="5" type="pic"/>
          </p:nvPr>
        </p:nvSpPr>
        <p:spPr>
          <a:xfrm>
            <a:off x="5015705" y="1640942"/>
            <a:ext cx="2160587" cy="2160588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13"/>
          <p:cNvSpPr/>
          <p:nvPr>
            <p:ph idx="6" type="pic"/>
          </p:nvPr>
        </p:nvSpPr>
        <p:spPr>
          <a:xfrm>
            <a:off x="8569236" y="1640942"/>
            <a:ext cx="2160587" cy="216058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page">
  <p:cSld name="End page">
    <p:bg>
      <p:bgPr>
        <a:solidFill>
          <a:schemeClr val="accen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54002" y="5511600"/>
            <a:ext cx="2242795" cy="39795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4"/>
          <p:cNvSpPr txBox="1"/>
          <p:nvPr>
            <p:ph type="ctrTitle"/>
          </p:nvPr>
        </p:nvSpPr>
        <p:spPr>
          <a:xfrm>
            <a:off x="926844" y="1964352"/>
            <a:ext cx="11828559" cy="1051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386"/>
              <a:buFont typeface="Arial"/>
              <a:buNone/>
              <a:defRPr sz="7386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965289" y="779733"/>
            <a:ext cx="7176911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10616400" y="779733"/>
            <a:ext cx="62280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1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1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1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1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1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1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1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1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954000" y="1890000"/>
            <a:ext cx="102791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3232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20323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970139" y="2717600"/>
            <a:ext cx="10279150" cy="31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3232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20323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20000"/>
              </a:lnSpc>
              <a:spcBef>
                <a:spcPts val="992"/>
              </a:spcBef>
              <a:spcAft>
                <a:spcPts val="0"/>
              </a:spcAft>
              <a:buClr>
                <a:srgbClr val="203232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20323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20000"/>
              </a:lnSpc>
              <a:spcBef>
                <a:spcPts val="992"/>
              </a:spcBef>
              <a:spcAft>
                <a:spcPts val="0"/>
              </a:spcAft>
              <a:buClr>
                <a:srgbClr val="203232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rgbClr val="20323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20000"/>
              </a:lnSpc>
              <a:spcBef>
                <a:spcPts val="992"/>
              </a:spcBef>
              <a:spcAft>
                <a:spcPts val="0"/>
              </a:spcAft>
              <a:buClr>
                <a:srgbClr val="203232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20323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3232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20323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970139" y="775255"/>
            <a:ext cx="7176911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00" u="none" cap="none" strike="noStrike">
                <a:solidFill>
                  <a:srgbClr val="8A8D8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2" type="sldNum"/>
          </p:nvPr>
        </p:nvSpPr>
        <p:spPr>
          <a:xfrm>
            <a:off x="9821333" y="783355"/>
            <a:ext cx="1400528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500" u="none" cap="none" strike="noStrike">
                <a:solidFill>
                  <a:srgbClr val="8A8D8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500" u="none" cap="none" strike="noStrike">
                <a:solidFill>
                  <a:srgbClr val="8A8D8D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500" u="none" cap="none" strike="noStrike">
                <a:solidFill>
                  <a:srgbClr val="8A8D8D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500" u="none" cap="none" strike="noStrike">
                <a:solidFill>
                  <a:srgbClr val="8A8D8D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500" u="none" cap="none" strike="noStrike">
                <a:solidFill>
                  <a:srgbClr val="8A8D8D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500" u="none" cap="none" strike="noStrike">
                <a:solidFill>
                  <a:srgbClr val="8A8D8D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500" u="none" cap="none" strike="noStrike">
                <a:solidFill>
                  <a:srgbClr val="8A8D8D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500" u="none" cap="none" strike="noStrike">
                <a:solidFill>
                  <a:srgbClr val="8A8D8D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500" u="none" cap="none" strike="noStrike">
                <a:solidFill>
                  <a:srgbClr val="8A8D8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3840">
          <p15:clr>
            <a:srgbClr val="F26B43"/>
          </p15:clr>
        </p15:guide>
        <p15:guide id="2" pos="604">
          <p15:clr>
            <a:srgbClr val="F26B43"/>
          </p15:clr>
        </p15:guide>
        <p15:guide id="3" pos="7076">
          <p15:clr>
            <a:srgbClr val="F26B43"/>
          </p15:clr>
        </p15:guide>
        <p15:guide id="4" orient="horz" pos="2160">
          <p15:clr>
            <a:srgbClr val="F26B43"/>
          </p15:clr>
        </p15:guide>
        <p15:guide id="5" orient="horz">
          <p15:clr>
            <a:srgbClr val="F26B43"/>
          </p15:clr>
        </p15:guide>
        <p15:guide id="6" orient="horz" pos="604">
          <p15:clr>
            <a:srgbClr val="F26B43"/>
          </p15:clr>
        </p15:guide>
        <p15:guide id="7" orient="horz" pos="3712">
          <p15:clr>
            <a:srgbClr val="F26B43"/>
          </p15:clr>
        </p15:guide>
        <p15:guide id="8" orient="horz" pos="11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>
            <p:ph type="ctrTitle"/>
          </p:nvPr>
        </p:nvSpPr>
        <p:spPr>
          <a:xfrm>
            <a:off x="953999" y="2579715"/>
            <a:ext cx="10031157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US"/>
              <a:t>Research Question – </a:t>
            </a:r>
            <a:br>
              <a:rPr lang="en-US"/>
            </a:br>
            <a:r>
              <a:rPr lang="en-US" sz="4000"/>
              <a:t>Tutorial Presentation for Feedback</a:t>
            </a:r>
            <a:br>
              <a:rPr lang="en-US" sz="4000"/>
            </a:br>
            <a:r>
              <a:rPr lang="en-US" sz="2200"/>
              <a:t>Date: 01 Dec 2025</a:t>
            </a:r>
            <a:br>
              <a:rPr lang="en-US" sz="8000"/>
            </a:br>
            <a:endParaRPr/>
          </a:p>
        </p:txBody>
      </p:sp>
      <p:sp>
        <p:nvSpPr>
          <p:cNvPr id="90" name="Google Shape;90;p15"/>
          <p:cNvSpPr txBox="1"/>
          <p:nvPr>
            <p:ph idx="1" type="subTitle"/>
          </p:nvPr>
        </p:nvSpPr>
        <p:spPr>
          <a:xfrm>
            <a:off x="954000" y="1890000"/>
            <a:ext cx="10031156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 sz="2000"/>
              <a:t>Group Name:     B 170                                                      </a:t>
            </a:r>
            <a:endParaRPr/>
          </a:p>
        </p:txBody>
      </p:sp>
      <p:sp>
        <p:nvSpPr>
          <p:cNvPr id="91" name="Google Shape;91;p15"/>
          <p:cNvSpPr txBox="1"/>
          <p:nvPr>
            <p:ph idx="11" type="ftr"/>
          </p:nvPr>
        </p:nvSpPr>
        <p:spPr>
          <a:xfrm>
            <a:off x="953998" y="824020"/>
            <a:ext cx="10588800" cy="7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7COM1079-2025  Student Group No:  B 170               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idx="1" type="subTitle"/>
          </p:nvPr>
        </p:nvSpPr>
        <p:spPr>
          <a:xfrm>
            <a:off x="885750" y="1122375"/>
            <a:ext cx="10420500" cy="6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03232"/>
              </a:buClr>
              <a:buSzPts val="3600"/>
              <a:buNone/>
            </a:pPr>
            <a:r>
              <a:rPr lang="en-US" sz="3200">
                <a:solidFill>
                  <a:srgbClr val="203232"/>
                </a:solidFill>
              </a:rPr>
              <a:t>Dataset Summary </a:t>
            </a:r>
            <a:endParaRPr sz="32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03232"/>
              </a:buClr>
              <a:buSzPts val="3600"/>
              <a:buNone/>
            </a:pPr>
            <a:r>
              <a:rPr lang="en-US" sz="3200">
                <a:solidFill>
                  <a:srgbClr val="203232"/>
                </a:solidFill>
              </a:rPr>
              <a:t> 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98" name="Google Shape;98;p16"/>
          <p:cNvSpPr txBox="1"/>
          <p:nvPr>
            <p:ph idx="11" type="ftr"/>
          </p:nvPr>
        </p:nvSpPr>
        <p:spPr>
          <a:xfrm>
            <a:off x="965289" y="791022"/>
            <a:ext cx="7176911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 7COM1079-2025  Student Group No:  B 170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6"/>
          <p:cNvSpPr txBox="1"/>
          <p:nvPr>
            <p:ph idx="12" type="sldNum"/>
          </p:nvPr>
        </p:nvSpPr>
        <p:spPr>
          <a:xfrm>
            <a:off x="10616400" y="791022"/>
            <a:ext cx="62280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pic>
        <p:nvPicPr>
          <p:cNvPr id="100" name="Google Shape;10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1675" y="1673175"/>
            <a:ext cx="10420499" cy="368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/>
          <p:nvPr>
            <p:ph idx="1" type="subTitle"/>
          </p:nvPr>
        </p:nvSpPr>
        <p:spPr>
          <a:xfrm>
            <a:off x="965300" y="1147674"/>
            <a:ext cx="97536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r>
              <a:rPr lang="en-US"/>
              <a:t>Research Question: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07" name="Google Shape;107;p17"/>
          <p:cNvSpPr txBox="1"/>
          <p:nvPr>
            <p:ph idx="11" type="ftr"/>
          </p:nvPr>
        </p:nvSpPr>
        <p:spPr>
          <a:xfrm>
            <a:off x="965289" y="791022"/>
            <a:ext cx="7176911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 7COM1079-2025  Student Group No:  B 170</a:t>
            </a:r>
            <a:endParaRPr/>
          </a:p>
        </p:txBody>
      </p:sp>
      <p:sp>
        <p:nvSpPr>
          <p:cNvPr id="108" name="Google Shape;108;p17"/>
          <p:cNvSpPr txBox="1"/>
          <p:nvPr>
            <p:ph idx="12" type="sldNum"/>
          </p:nvPr>
        </p:nvSpPr>
        <p:spPr>
          <a:xfrm>
            <a:off x="10616400" y="791022"/>
            <a:ext cx="62280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109" name="Google Shape;109;p17"/>
          <p:cNvSpPr txBox="1"/>
          <p:nvPr>
            <p:ph type="ctrTitle"/>
          </p:nvPr>
        </p:nvSpPr>
        <p:spPr>
          <a:xfrm>
            <a:off x="965300" y="1893928"/>
            <a:ext cx="10640700" cy="3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lang="en-US" sz="2100">
                <a:latin typeface="Calibri"/>
                <a:ea typeface="Calibri"/>
                <a:cs typeface="Calibri"/>
                <a:sym typeface="Calibri"/>
              </a:rPr>
              <a:t>Is there a significant positive correlation between total fat content (grams) and calorie count in McDonald’s menu items across all product categories?</a:t>
            </a:r>
            <a:br>
              <a:rPr lang="en-US" sz="2100">
                <a:latin typeface="Calibri"/>
                <a:ea typeface="Calibri"/>
                <a:cs typeface="Calibri"/>
                <a:sym typeface="Calibri"/>
              </a:rPr>
            </a:br>
            <a:br>
              <a:rPr lang="en-US" sz="2100">
                <a:latin typeface="Calibri"/>
                <a:ea typeface="Calibri"/>
                <a:cs typeface="Calibri"/>
                <a:sym typeface="Calibri"/>
              </a:rPr>
            </a:br>
            <a:r>
              <a:rPr lang="en-US" sz="2100"/>
              <a:t>Null hypothesis (H</a:t>
            </a:r>
            <a:r>
              <a:rPr baseline="-25000" lang="en-US" sz="2100"/>
              <a:t>0</a:t>
            </a:r>
            <a:r>
              <a:rPr lang="en-US" sz="2100"/>
              <a:t>):</a:t>
            </a:r>
            <a:r>
              <a:rPr b="0" lang="en-US" sz="2100"/>
              <a:t> </a:t>
            </a:r>
            <a:r>
              <a:rPr b="0" lang="en-US" sz="2100"/>
              <a:t>There is no significant correlation between total fat (g) and calories in McDonald’s menu items (ρ = 0).</a:t>
            </a:r>
            <a:br>
              <a:rPr b="0" lang="en-US" sz="2100"/>
            </a:br>
            <a:br>
              <a:rPr b="0" lang="en-US" sz="2100"/>
            </a:br>
            <a:r>
              <a:rPr lang="en-US" sz="2100"/>
              <a:t>Alternative hypothesis (H</a:t>
            </a:r>
            <a:r>
              <a:rPr baseline="-25000" lang="en-US" sz="2100"/>
              <a:t>1</a:t>
            </a:r>
            <a:r>
              <a:rPr lang="en-US" sz="2100"/>
              <a:t>):</a:t>
            </a:r>
            <a:r>
              <a:rPr b="0" lang="en-US" sz="2100"/>
              <a:t> </a:t>
            </a:r>
            <a:r>
              <a:rPr b="0" lang="en-US" sz="2100"/>
              <a:t>There is a significant positive correlation between total fat (g) and calories in McDonald’s menu items (ρ &gt; 0).</a:t>
            </a:r>
            <a:endParaRPr b="0" sz="2100"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/>
              <a:t>The Pearson correlation coefficient will be used to quantify the linear relationship and test statistical significance.</a:t>
            </a:r>
            <a:endParaRPr b="0" sz="2100"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sz="2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Herts Theme">
  <a:themeElements>
    <a:clrScheme name="Custom 2">
      <a:dk1>
        <a:srgbClr val="203232"/>
      </a:dk1>
      <a:lt1>
        <a:srgbClr val="FFFFFF"/>
      </a:lt1>
      <a:dk2>
        <a:srgbClr val="203232"/>
      </a:dk2>
      <a:lt2>
        <a:srgbClr val="FFFFFF"/>
      </a:lt2>
      <a:accent1>
        <a:srgbClr val="9C5FB5"/>
      </a:accent1>
      <a:accent2>
        <a:srgbClr val="00B9E4"/>
      </a:accent2>
      <a:accent3>
        <a:srgbClr val="F53F5B"/>
      </a:accent3>
      <a:accent4>
        <a:srgbClr val="0073CF"/>
      </a:accent4>
      <a:accent5>
        <a:srgbClr val="45B382"/>
      </a:accent5>
      <a:accent6>
        <a:srgbClr val="FFCF20"/>
      </a:accent6>
      <a:hlink>
        <a:srgbClr val="0073CF"/>
      </a:hlink>
      <a:folHlink>
        <a:srgbClr val="9C5FB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